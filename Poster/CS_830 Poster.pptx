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9" r:id="rId2"/>
  </p:sldIdLst>
  <p:sldSz cx="32918400" cy="21945600"/>
  <p:notesSz cx="7077075" cy="936307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600" b="1" kern="1200">
        <a:solidFill>
          <a:srgbClr val="FF9900"/>
        </a:solidFill>
        <a:latin typeface="Arial" charset="0"/>
        <a:ea typeface="+mn-ea"/>
        <a:cs typeface="+mn-cs"/>
      </a:defRPr>
    </a:lvl1pPr>
    <a:lvl2pPr marL="380985" algn="ctr" rtl="0" fontAlgn="base">
      <a:spcBef>
        <a:spcPct val="0"/>
      </a:spcBef>
      <a:spcAft>
        <a:spcPct val="0"/>
      </a:spcAft>
      <a:defRPr sz="3600" b="1" kern="1200">
        <a:solidFill>
          <a:srgbClr val="FF9900"/>
        </a:solidFill>
        <a:latin typeface="Arial" charset="0"/>
        <a:ea typeface="+mn-ea"/>
        <a:cs typeface="+mn-cs"/>
      </a:defRPr>
    </a:lvl2pPr>
    <a:lvl3pPr marL="761970" algn="ctr" rtl="0" fontAlgn="base">
      <a:spcBef>
        <a:spcPct val="0"/>
      </a:spcBef>
      <a:spcAft>
        <a:spcPct val="0"/>
      </a:spcAft>
      <a:defRPr sz="3600" b="1" kern="1200">
        <a:solidFill>
          <a:srgbClr val="FF9900"/>
        </a:solidFill>
        <a:latin typeface="Arial" charset="0"/>
        <a:ea typeface="+mn-ea"/>
        <a:cs typeface="+mn-cs"/>
      </a:defRPr>
    </a:lvl3pPr>
    <a:lvl4pPr marL="1142954" algn="ctr" rtl="0" fontAlgn="base">
      <a:spcBef>
        <a:spcPct val="0"/>
      </a:spcBef>
      <a:spcAft>
        <a:spcPct val="0"/>
      </a:spcAft>
      <a:defRPr sz="3600" b="1" kern="1200">
        <a:solidFill>
          <a:srgbClr val="FF9900"/>
        </a:solidFill>
        <a:latin typeface="Arial" charset="0"/>
        <a:ea typeface="+mn-ea"/>
        <a:cs typeface="+mn-cs"/>
      </a:defRPr>
    </a:lvl4pPr>
    <a:lvl5pPr marL="1523939" algn="ctr" rtl="0" fontAlgn="base">
      <a:spcBef>
        <a:spcPct val="0"/>
      </a:spcBef>
      <a:spcAft>
        <a:spcPct val="0"/>
      </a:spcAft>
      <a:defRPr sz="3600" b="1" kern="1200">
        <a:solidFill>
          <a:srgbClr val="FF9900"/>
        </a:solidFill>
        <a:latin typeface="Arial" charset="0"/>
        <a:ea typeface="+mn-ea"/>
        <a:cs typeface="+mn-cs"/>
      </a:defRPr>
    </a:lvl5pPr>
    <a:lvl6pPr marL="1904924" algn="l" defTabSz="761970" rtl="0" eaLnBrk="1" latinLnBrk="0" hangingPunct="1">
      <a:defRPr sz="3600" b="1" kern="1200">
        <a:solidFill>
          <a:srgbClr val="FF9900"/>
        </a:solidFill>
        <a:latin typeface="Arial" charset="0"/>
        <a:ea typeface="+mn-ea"/>
        <a:cs typeface="+mn-cs"/>
      </a:defRPr>
    </a:lvl6pPr>
    <a:lvl7pPr marL="2285909" algn="l" defTabSz="761970" rtl="0" eaLnBrk="1" latinLnBrk="0" hangingPunct="1">
      <a:defRPr sz="3600" b="1" kern="1200">
        <a:solidFill>
          <a:srgbClr val="FF9900"/>
        </a:solidFill>
        <a:latin typeface="Arial" charset="0"/>
        <a:ea typeface="+mn-ea"/>
        <a:cs typeface="+mn-cs"/>
      </a:defRPr>
    </a:lvl7pPr>
    <a:lvl8pPr marL="2666893" algn="l" defTabSz="761970" rtl="0" eaLnBrk="1" latinLnBrk="0" hangingPunct="1">
      <a:defRPr sz="3600" b="1" kern="1200">
        <a:solidFill>
          <a:srgbClr val="FF9900"/>
        </a:solidFill>
        <a:latin typeface="Arial" charset="0"/>
        <a:ea typeface="+mn-ea"/>
        <a:cs typeface="+mn-cs"/>
      </a:defRPr>
    </a:lvl8pPr>
    <a:lvl9pPr marL="3047878" algn="l" defTabSz="761970" rtl="0" eaLnBrk="1" latinLnBrk="0" hangingPunct="1">
      <a:defRPr sz="3600" b="1" kern="1200">
        <a:solidFill>
          <a:srgbClr val="FF9900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5552">
          <p15:clr>
            <a:srgbClr val="A4A3A4"/>
          </p15:clr>
        </p15:guide>
        <p15:guide id="3" orient="horz" pos="6912">
          <p15:clr>
            <a:srgbClr val="A4A3A4"/>
          </p15:clr>
        </p15:guide>
        <p15:guide id="4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348"/>
    <a:srgbClr val="007A33"/>
    <a:srgbClr val="CCECFF"/>
    <a:srgbClr val="000066"/>
    <a:srgbClr val="CCCCCC"/>
    <a:srgbClr val="999999"/>
    <a:srgbClr val="FF9900"/>
    <a:srgbClr val="990000"/>
    <a:srgbClr val="000050"/>
    <a:srgbClr val="0012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3658" autoAdjust="0"/>
    <p:restoredTop sz="94575" autoAdjust="0"/>
  </p:normalViewPr>
  <p:slideViewPr>
    <p:cSldViewPr>
      <p:cViewPr varScale="1">
        <p:scale>
          <a:sx n="49" d="100"/>
          <a:sy n="49" d="100"/>
        </p:scale>
        <p:origin x="2154" y="150"/>
      </p:cViewPr>
      <p:guideLst>
        <p:guide orient="horz" pos="10368"/>
        <p:guide pos="15552"/>
        <p:guide orient="horz" pos="6912"/>
        <p:guide pos="10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t" anchorCtr="0" compatLnSpc="1">
            <a:prstTxWarp prst="textNoShape">
              <a:avLst/>
            </a:prstTxWarp>
          </a:bodyPr>
          <a:lstStyle>
            <a:lvl1pPr algn="l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08727" y="1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t" anchorCtr="0" compatLnSpc="1">
            <a:prstTxWarp prst="textNoShape">
              <a:avLst/>
            </a:prstTxWarp>
          </a:bodyPr>
          <a:lstStyle>
            <a:lvl1pPr algn="r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93313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b" anchorCtr="0" compatLnSpc="1">
            <a:prstTxWarp prst="textNoShape">
              <a:avLst/>
            </a:prstTxWarp>
          </a:bodyPr>
          <a:lstStyle>
            <a:lvl1pPr algn="l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08727" y="8893313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b" anchorCtr="0" compatLnSpc="1">
            <a:prstTxWarp prst="textNoShape">
              <a:avLst/>
            </a:prstTxWarp>
          </a:bodyPr>
          <a:lstStyle>
            <a:lvl1pPr algn="r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BDCE5CEB-6363-420F-BE45-85B064B891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26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9" y="6817783"/>
            <a:ext cx="27979687" cy="470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4" y="12435417"/>
            <a:ext cx="23043356" cy="5609167"/>
          </a:xfrm>
        </p:spPr>
        <p:txBody>
          <a:bodyPr/>
          <a:lstStyle>
            <a:lvl1pPr marL="0" indent="0" algn="ctr">
              <a:buNone/>
              <a:defRPr/>
            </a:lvl1pPr>
            <a:lvl2pPr marL="380985" indent="0" algn="ctr">
              <a:buNone/>
              <a:defRPr/>
            </a:lvl2pPr>
            <a:lvl3pPr marL="761970" indent="0" algn="ctr">
              <a:buNone/>
              <a:defRPr/>
            </a:lvl3pPr>
            <a:lvl4pPr marL="1142954" indent="0" algn="ctr">
              <a:buNone/>
              <a:defRPr/>
            </a:lvl4pPr>
            <a:lvl5pPr marL="1523939" indent="0" algn="ctr">
              <a:buNone/>
              <a:defRPr/>
            </a:lvl5pPr>
            <a:lvl6pPr marL="1904924" indent="0" algn="ctr">
              <a:buNone/>
              <a:defRPr/>
            </a:lvl6pPr>
            <a:lvl7pPr marL="2285909" indent="0" algn="ctr">
              <a:buNone/>
              <a:defRPr/>
            </a:lvl7pPr>
            <a:lvl8pPr marL="2666893" indent="0" algn="ctr">
              <a:buNone/>
              <a:defRPr/>
            </a:lvl8pPr>
            <a:lvl9pPr marL="304787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5278E-ED96-461A-883E-5FD94BC35A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2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D8D97-1826-4078-ADDA-4E99B734A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1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14102296"/>
            <a:ext cx="27980879" cy="4358216"/>
          </a:xfrm>
        </p:spPr>
        <p:txBody>
          <a:bodyPr anchor="t"/>
          <a:lstStyle>
            <a:lvl1pPr algn="l">
              <a:defRPr sz="3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9301692"/>
            <a:ext cx="27980879" cy="4800600"/>
          </a:xfrm>
        </p:spPr>
        <p:txBody>
          <a:bodyPr anchor="b"/>
          <a:lstStyle>
            <a:lvl1pPr marL="0" indent="0">
              <a:buNone/>
              <a:defRPr sz="1700"/>
            </a:lvl1pPr>
            <a:lvl2pPr marL="380985" indent="0">
              <a:buNone/>
              <a:defRPr sz="1500"/>
            </a:lvl2pPr>
            <a:lvl3pPr marL="761970" indent="0">
              <a:buNone/>
              <a:defRPr sz="1300"/>
            </a:lvl3pPr>
            <a:lvl4pPr marL="1142954" indent="0">
              <a:buNone/>
              <a:defRPr sz="1200"/>
            </a:lvl4pPr>
            <a:lvl5pPr marL="1523939" indent="0">
              <a:buNone/>
              <a:defRPr sz="1200"/>
            </a:lvl5pPr>
            <a:lvl6pPr marL="1904924" indent="0">
              <a:buNone/>
              <a:defRPr sz="1200"/>
            </a:lvl6pPr>
            <a:lvl7pPr marL="2285909" indent="0">
              <a:buNone/>
              <a:defRPr sz="1200"/>
            </a:lvl7pPr>
            <a:lvl8pPr marL="2666893" indent="0">
              <a:buNone/>
              <a:defRPr sz="1200"/>
            </a:lvl8pPr>
            <a:lvl9pPr marL="30478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73675-D381-4E0E-B86F-9F9EFE0572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41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6" y="5120218"/>
            <a:ext cx="14756606" cy="14484350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3" y="5120218"/>
            <a:ext cx="14756606" cy="14484350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8DAF2-D655-47B3-A184-648194FE7E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0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5" y="4912786"/>
            <a:ext cx="14544676" cy="2046817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700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00" b="1"/>
            </a:lvl4pPr>
            <a:lvl5pPr marL="1523939" indent="0">
              <a:buNone/>
              <a:defRPr sz="1300" b="1"/>
            </a:lvl5pPr>
            <a:lvl6pPr marL="1904924" indent="0">
              <a:buNone/>
              <a:defRPr sz="1300" b="1"/>
            </a:lvl6pPr>
            <a:lvl7pPr marL="2285909" indent="0">
              <a:buNone/>
              <a:defRPr sz="1300" b="1"/>
            </a:lvl7pPr>
            <a:lvl8pPr marL="2666893" indent="0">
              <a:buNone/>
              <a:defRPr sz="1300" b="1"/>
            </a:lvl8pPr>
            <a:lvl9pPr marL="3047878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5" y="6959601"/>
            <a:ext cx="14544676" cy="1264390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30" y="4912786"/>
            <a:ext cx="14550628" cy="2046817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700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00" b="1"/>
            </a:lvl4pPr>
            <a:lvl5pPr marL="1523939" indent="0">
              <a:buNone/>
              <a:defRPr sz="1300" b="1"/>
            </a:lvl5pPr>
            <a:lvl6pPr marL="1904924" indent="0">
              <a:buNone/>
              <a:defRPr sz="1300" b="1"/>
            </a:lvl6pPr>
            <a:lvl7pPr marL="2285909" indent="0">
              <a:buNone/>
              <a:defRPr sz="1300" b="1"/>
            </a:lvl7pPr>
            <a:lvl8pPr marL="2666893" indent="0">
              <a:buNone/>
              <a:defRPr sz="1300" b="1"/>
            </a:lvl8pPr>
            <a:lvl9pPr marL="3047878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30" y="6959601"/>
            <a:ext cx="14550628" cy="1264390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F92EC-8C3C-4F10-858C-C66E68A9EC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5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AEDA9-9C5F-4252-8D07-E5D3174E99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1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FBADD-EE0D-4AEE-A966-D1DAD5921D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66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874183"/>
            <a:ext cx="10829926" cy="3717926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874183"/>
            <a:ext cx="18402300" cy="1872932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4592108"/>
            <a:ext cx="10829926" cy="15011400"/>
          </a:xfrm>
        </p:spPr>
        <p:txBody>
          <a:bodyPr/>
          <a:lstStyle>
            <a:lvl1pPr marL="0" indent="0">
              <a:buNone/>
              <a:defRPr sz="1200"/>
            </a:lvl1pPr>
            <a:lvl2pPr marL="380985" indent="0">
              <a:buNone/>
              <a:defRPr sz="1000"/>
            </a:lvl2pPr>
            <a:lvl3pPr marL="761970" indent="0">
              <a:buNone/>
              <a:defRPr sz="800"/>
            </a:lvl3pPr>
            <a:lvl4pPr marL="1142954" indent="0">
              <a:buNone/>
              <a:defRPr sz="700"/>
            </a:lvl4pPr>
            <a:lvl5pPr marL="1523939" indent="0">
              <a:buNone/>
              <a:defRPr sz="700"/>
            </a:lvl5pPr>
            <a:lvl6pPr marL="1904924" indent="0">
              <a:buNone/>
              <a:defRPr sz="700"/>
            </a:lvl6pPr>
            <a:lvl7pPr marL="2285909" indent="0">
              <a:buNone/>
              <a:defRPr sz="700"/>
            </a:lvl7pPr>
            <a:lvl8pPr marL="2666893" indent="0">
              <a:buNone/>
              <a:defRPr sz="700"/>
            </a:lvl8pPr>
            <a:lvl9pPr marL="3047878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56635-F299-487E-8478-361B2D7E66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45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000" y="15361713"/>
            <a:ext cx="19751278" cy="1813984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000" y="1961093"/>
            <a:ext cx="19751278" cy="13166725"/>
          </a:xfrm>
        </p:spPr>
        <p:txBody>
          <a:bodyPr/>
          <a:lstStyle>
            <a:lvl1pPr marL="0" indent="0">
              <a:buNone/>
              <a:defRPr sz="2700"/>
            </a:lvl1pPr>
            <a:lvl2pPr marL="380985" indent="0">
              <a:buNone/>
              <a:defRPr sz="2300"/>
            </a:lvl2pPr>
            <a:lvl3pPr marL="761970" indent="0">
              <a:buNone/>
              <a:defRPr sz="2000"/>
            </a:lvl3pPr>
            <a:lvl4pPr marL="1142954" indent="0">
              <a:buNone/>
              <a:defRPr sz="1700"/>
            </a:lvl4pPr>
            <a:lvl5pPr marL="1523939" indent="0">
              <a:buNone/>
              <a:defRPr sz="1700"/>
            </a:lvl5pPr>
            <a:lvl6pPr marL="1904924" indent="0">
              <a:buNone/>
              <a:defRPr sz="1700"/>
            </a:lvl6pPr>
            <a:lvl7pPr marL="2285909" indent="0">
              <a:buNone/>
              <a:defRPr sz="1700"/>
            </a:lvl7pPr>
            <a:lvl8pPr marL="2666893" indent="0">
              <a:buNone/>
              <a:defRPr sz="1700"/>
            </a:lvl8pPr>
            <a:lvl9pPr marL="3047878" indent="0">
              <a:buNone/>
              <a:defRPr sz="17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000" y="17175696"/>
            <a:ext cx="19751278" cy="2574925"/>
          </a:xfrm>
        </p:spPr>
        <p:txBody>
          <a:bodyPr/>
          <a:lstStyle>
            <a:lvl1pPr marL="0" indent="0">
              <a:buNone/>
              <a:defRPr sz="1200"/>
            </a:lvl1pPr>
            <a:lvl2pPr marL="380985" indent="0">
              <a:buNone/>
              <a:defRPr sz="1000"/>
            </a:lvl2pPr>
            <a:lvl3pPr marL="761970" indent="0">
              <a:buNone/>
              <a:defRPr sz="800"/>
            </a:lvl3pPr>
            <a:lvl4pPr marL="1142954" indent="0">
              <a:buNone/>
              <a:defRPr sz="700"/>
            </a:lvl4pPr>
            <a:lvl5pPr marL="1523939" indent="0">
              <a:buNone/>
              <a:defRPr sz="700"/>
            </a:lvl5pPr>
            <a:lvl6pPr marL="1904924" indent="0">
              <a:buNone/>
              <a:defRPr sz="700"/>
            </a:lvl6pPr>
            <a:lvl7pPr marL="2285909" indent="0">
              <a:buNone/>
              <a:defRPr sz="700"/>
            </a:lvl7pPr>
            <a:lvl8pPr marL="2666893" indent="0">
              <a:buNone/>
              <a:defRPr sz="700"/>
            </a:lvl8pPr>
            <a:lvl9pPr marL="3047878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8BA4C-6842-4480-8686-9E83B0824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9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5C329-9094-49E3-ADB9-7C70C8CFFD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6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081" y="878416"/>
            <a:ext cx="7406878" cy="187261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5" y="878416"/>
            <a:ext cx="22106335" cy="187261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BC182-0EAC-4479-8D18-C53192F402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77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645446" y="878417"/>
            <a:ext cx="29627513" cy="3657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45446" y="5120218"/>
            <a:ext cx="14756606" cy="7191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16516353" y="5120218"/>
            <a:ext cx="14756606" cy="7191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645446" y="12413193"/>
            <a:ext cx="14756606" cy="71913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516353" y="12413193"/>
            <a:ext cx="14756606" cy="71913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E7164-4707-4A19-A6AB-6533AC9FA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5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711" y="878417"/>
            <a:ext cx="29626984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3490" tIns="156745" rIns="313490" bIns="1567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711" y="5120218"/>
            <a:ext cx="29626984" cy="1448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3490" tIns="156745" rIns="313490" bIns="156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711" y="19985567"/>
            <a:ext cx="7681384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3490" tIns="156745" rIns="313490" bIns="156745" numCol="1" anchor="t" anchorCtr="0" compatLnSpc="1">
            <a:prstTxWarp prst="textNoShape">
              <a:avLst/>
            </a:prstTxWarp>
          </a:bodyPr>
          <a:lstStyle>
            <a:lvl1pPr algn="l" defTabSz="3135187">
              <a:defRPr sz="4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911" y="19985567"/>
            <a:ext cx="10424584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3490" tIns="156745" rIns="313490" bIns="156745" numCol="1" anchor="t" anchorCtr="0" compatLnSpc="1">
            <a:prstTxWarp prst="textNoShape">
              <a:avLst/>
            </a:prstTxWarp>
          </a:bodyPr>
          <a:lstStyle>
            <a:lvl1pPr defTabSz="3135187">
              <a:defRPr sz="4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311" y="19985567"/>
            <a:ext cx="7681384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3490" tIns="156745" rIns="313490" bIns="156745" numCol="1" anchor="t" anchorCtr="0" compatLnSpc="1">
            <a:prstTxWarp prst="textNoShape">
              <a:avLst/>
            </a:prstTxWarp>
          </a:bodyPr>
          <a:lstStyle>
            <a:lvl1pPr algn="r" defTabSz="3135187">
              <a:defRPr sz="4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5D3B0B1D-8805-4920-9608-A1D4D0B3DD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135187" rtl="0" eaLnBrk="0" fontAlgn="base" hangingPunct="0">
        <a:spcBef>
          <a:spcPct val="0"/>
        </a:spcBef>
        <a:spcAft>
          <a:spcPct val="0"/>
        </a:spcAft>
        <a:defRPr sz="15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135187" rtl="0" eaLnBrk="0" fontAlgn="base" hangingPunct="0">
        <a:spcBef>
          <a:spcPct val="0"/>
        </a:spcBef>
        <a:spcAft>
          <a:spcPct val="0"/>
        </a:spcAft>
        <a:defRPr sz="15200">
          <a:solidFill>
            <a:schemeClr val="tx2"/>
          </a:solidFill>
          <a:latin typeface="Arial" pitchFamily="34" charset="0"/>
        </a:defRPr>
      </a:lvl2pPr>
      <a:lvl3pPr algn="ctr" defTabSz="3135187" rtl="0" eaLnBrk="0" fontAlgn="base" hangingPunct="0">
        <a:spcBef>
          <a:spcPct val="0"/>
        </a:spcBef>
        <a:spcAft>
          <a:spcPct val="0"/>
        </a:spcAft>
        <a:defRPr sz="15200">
          <a:solidFill>
            <a:schemeClr val="tx2"/>
          </a:solidFill>
          <a:latin typeface="Arial" pitchFamily="34" charset="0"/>
        </a:defRPr>
      </a:lvl3pPr>
      <a:lvl4pPr algn="ctr" defTabSz="3135187" rtl="0" eaLnBrk="0" fontAlgn="base" hangingPunct="0">
        <a:spcBef>
          <a:spcPct val="0"/>
        </a:spcBef>
        <a:spcAft>
          <a:spcPct val="0"/>
        </a:spcAft>
        <a:defRPr sz="15200">
          <a:solidFill>
            <a:schemeClr val="tx2"/>
          </a:solidFill>
          <a:latin typeface="Arial" pitchFamily="34" charset="0"/>
        </a:defRPr>
      </a:lvl4pPr>
      <a:lvl5pPr algn="ctr" defTabSz="3135187" rtl="0" eaLnBrk="0" fontAlgn="base" hangingPunct="0">
        <a:spcBef>
          <a:spcPct val="0"/>
        </a:spcBef>
        <a:spcAft>
          <a:spcPct val="0"/>
        </a:spcAft>
        <a:defRPr sz="15200">
          <a:solidFill>
            <a:schemeClr val="tx2"/>
          </a:solidFill>
          <a:latin typeface="Arial" pitchFamily="34" charset="0"/>
        </a:defRPr>
      </a:lvl5pPr>
      <a:lvl6pPr marL="380985" algn="ctr" defTabSz="3135187" rtl="0" fontAlgn="base">
        <a:spcBef>
          <a:spcPct val="0"/>
        </a:spcBef>
        <a:spcAft>
          <a:spcPct val="0"/>
        </a:spcAft>
        <a:defRPr sz="15200">
          <a:solidFill>
            <a:schemeClr val="tx2"/>
          </a:solidFill>
          <a:latin typeface="Arial" pitchFamily="34" charset="0"/>
        </a:defRPr>
      </a:lvl6pPr>
      <a:lvl7pPr marL="761970" algn="ctr" defTabSz="3135187" rtl="0" fontAlgn="base">
        <a:spcBef>
          <a:spcPct val="0"/>
        </a:spcBef>
        <a:spcAft>
          <a:spcPct val="0"/>
        </a:spcAft>
        <a:defRPr sz="15200">
          <a:solidFill>
            <a:schemeClr val="tx2"/>
          </a:solidFill>
          <a:latin typeface="Arial" pitchFamily="34" charset="0"/>
        </a:defRPr>
      </a:lvl7pPr>
      <a:lvl8pPr marL="1142954" algn="ctr" defTabSz="3135187" rtl="0" fontAlgn="base">
        <a:spcBef>
          <a:spcPct val="0"/>
        </a:spcBef>
        <a:spcAft>
          <a:spcPct val="0"/>
        </a:spcAft>
        <a:defRPr sz="15200">
          <a:solidFill>
            <a:schemeClr val="tx2"/>
          </a:solidFill>
          <a:latin typeface="Arial" pitchFamily="34" charset="0"/>
        </a:defRPr>
      </a:lvl8pPr>
      <a:lvl9pPr marL="1523939" algn="ctr" defTabSz="3135187" rtl="0" fontAlgn="base">
        <a:spcBef>
          <a:spcPct val="0"/>
        </a:spcBef>
        <a:spcAft>
          <a:spcPct val="0"/>
        </a:spcAft>
        <a:defRPr sz="15200">
          <a:solidFill>
            <a:schemeClr val="tx2"/>
          </a:solidFill>
          <a:latin typeface="Arial" pitchFamily="34" charset="0"/>
        </a:defRPr>
      </a:lvl9pPr>
    </p:titleStyle>
    <p:bodyStyle>
      <a:lvl1pPr marL="1174703" indent="-1174703" algn="l" defTabSz="3135187" rtl="0" eaLnBrk="0" fontAlgn="base" hangingPunct="0">
        <a:spcBef>
          <a:spcPct val="20000"/>
        </a:spcBef>
        <a:spcAft>
          <a:spcPct val="0"/>
        </a:spcAft>
        <a:buChar char="•"/>
        <a:defRPr sz="11000">
          <a:solidFill>
            <a:schemeClr val="tx1"/>
          </a:solidFill>
          <a:latin typeface="+mn-lt"/>
          <a:ea typeface="+mn-ea"/>
          <a:cs typeface="+mn-cs"/>
        </a:defRPr>
      </a:lvl1pPr>
      <a:lvl2pPr marL="2547836" indent="-980242" algn="l" defTabSz="3135187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2pPr>
      <a:lvl3pPr marL="3918322" indent="-783135" algn="l" defTabSz="3135187" rtl="0" eaLnBrk="0" fontAlgn="base" hangingPunct="0">
        <a:spcBef>
          <a:spcPct val="20000"/>
        </a:spcBef>
        <a:spcAft>
          <a:spcPct val="0"/>
        </a:spcAft>
        <a:buChar char="•"/>
        <a:defRPr sz="8200">
          <a:solidFill>
            <a:schemeClr val="tx1"/>
          </a:solidFill>
          <a:latin typeface="+mn-lt"/>
        </a:defRPr>
      </a:lvl3pPr>
      <a:lvl4pPr marL="5485916" indent="-783135" algn="l" defTabSz="3135187" rtl="0" eaLnBrk="0" fontAlgn="base" hangingPunct="0">
        <a:spcBef>
          <a:spcPct val="20000"/>
        </a:spcBef>
        <a:spcAft>
          <a:spcPct val="0"/>
        </a:spcAft>
        <a:buChar char="–"/>
        <a:defRPr sz="6800">
          <a:solidFill>
            <a:schemeClr val="tx1"/>
          </a:solidFill>
          <a:latin typeface="+mn-lt"/>
        </a:defRPr>
      </a:lvl4pPr>
      <a:lvl5pPr marL="7054833" indent="-784459" algn="l" defTabSz="3135187" rtl="0" eaLnBrk="0" fontAlgn="base" hangingPunct="0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5pPr>
      <a:lvl6pPr marL="7435818" indent="-784459" algn="l" defTabSz="3135187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6pPr>
      <a:lvl7pPr marL="7816802" indent="-784459" algn="l" defTabSz="3135187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7pPr>
      <a:lvl8pPr marL="8197787" indent="-784459" algn="l" defTabSz="3135187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8pPr>
      <a:lvl9pPr marL="8578772" indent="-784459" algn="l" defTabSz="3135187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0" y="3"/>
            <a:ext cx="32918400" cy="2415182"/>
          </a:xfrm>
          <a:solidFill>
            <a:srgbClr val="008348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indent="-380985"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en-US" sz="7300" dirty="0">
                <a:solidFill>
                  <a:schemeClr val="bg1"/>
                </a:solidFill>
              </a:rPr>
              <a:t>Predicting NBA Playoff Outcomes With Machine Learning</a:t>
            </a:r>
            <a:br>
              <a:rPr lang="en-US" sz="7300" dirty="0">
                <a:solidFill>
                  <a:schemeClr val="bg1"/>
                </a:solidFill>
              </a:rPr>
            </a:br>
            <a:br>
              <a:rPr lang="en-US" sz="3300" dirty="0"/>
            </a:br>
            <a:r>
              <a:rPr lang="en-US" sz="4500" i="1" dirty="0">
                <a:solidFill>
                  <a:srgbClr val="FFFFFF"/>
                </a:solidFill>
              </a:rPr>
              <a:t>Andrew Elkin</a:t>
            </a:r>
          </a:p>
        </p:txBody>
      </p:sp>
      <p:sp>
        <p:nvSpPr>
          <p:cNvPr id="2150" name="Text Box 161"/>
          <p:cNvSpPr txBox="1">
            <a:spLocks noChangeArrowheads="1"/>
          </p:cNvSpPr>
          <p:nvPr/>
        </p:nvSpPr>
        <p:spPr bwMode="auto">
          <a:xfrm>
            <a:off x="29889450" y="5682194"/>
            <a:ext cx="2286000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197" tIns="38098" rIns="76197" bIns="38098">
            <a:spAutoFit/>
          </a:bodyPr>
          <a:lstStyle>
            <a:lvl1pPr eaLnBrk="0" hangingPunct="0">
              <a:defRPr sz="4300" b="1">
                <a:solidFill>
                  <a:srgbClr val="FF9900"/>
                </a:solidFill>
                <a:latin typeface="Arial" charset="0"/>
              </a:defRPr>
            </a:lvl1pPr>
            <a:lvl2pPr marL="742950" indent="-28575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2pPr>
            <a:lvl3pPr marL="1143000" indent="-22860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3pPr>
            <a:lvl4pPr marL="1600200" indent="-22860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4pPr>
            <a:lvl5pPr marL="2057400" indent="-22860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endParaRPr lang="en-US" sz="2500" b="0">
              <a:solidFill>
                <a:schemeClr val="tx1"/>
              </a:solidFill>
            </a:endParaRPr>
          </a:p>
        </p:txBody>
      </p:sp>
      <p:sp>
        <p:nvSpPr>
          <p:cNvPr id="2152" name="Rectangle 164"/>
          <p:cNvSpPr>
            <a:spLocks noChangeArrowheads="1"/>
          </p:cNvSpPr>
          <p:nvPr/>
        </p:nvSpPr>
        <p:spPr bwMode="auto">
          <a:xfrm>
            <a:off x="11531600" y="2895600"/>
            <a:ext cx="9601200" cy="9144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14295" tIns="57148" rIns="114295" bIns="57148" anchor="ctr"/>
          <a:lstStyle/>
          <a:p>
            <a:pPr defTabSz="3135187"/>
            <a:r>
              <a:rPr lang="en-US" sz="5000" dirty="0">
                <a:solidFill>
                  <a:srgbClr val="CCCCCC"/>
                </a:solidFill>
                <a:latin typeface="+mj-lt"/>
                <a:cs typeface="Times New Roman" panose="02020603050405020304" pitchFamily="18" charset="0"/>
              </a:rPr>
              <a:t>Methods</a:t>
            </a:r>
            <a:endParaRPr lang="en-US" sz="5000" dirty="0">
              <a:solidFill>
                <a:schemeClr val="bg1">
                  <a:lumMod val="8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154" name="Rectangle 166"/>
          <p:cNvSpPr>
            <a:spLocks noChangeArrowheads="1"/>
          </p:cNvSpPr>
          <p:nvPr/>
        </p:nvSpPr>
        <p:spPr bwMode="auto">
          <a:xfrm>
            <a:off x="632300" y="12380394"/>
            <a:ext cx="9398001" cy="9144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14295" tIns="57148" rIns="114295" bIns="57148" anchor="ctr"/>
          <a:lstStyle/>
          <a:p>
            <a:pPr defTabSz="3135187"/>
            <a:r>
              <a:rPr lang="en-US" sz="5000" dirty="0">
                <a:solidFill>
                  <a:srgbClr val="CCCCCC"/>
                </a:solidFill>
                <a:latin typeface="+mj-lt"/>
              </a:rPr>
              <a:t>Data Set</a:t>
            </a:r>
          </a:p>
        </p:txBody>
      </p:sp>
      <p:sp>
        <p:nvSpPr>
          <p:cNvPr id="2155" name="Rectangle 167"/>
          <p:cNvSpPr>
            <a:spLocks noChangeArrowheads="1"/>
          </p:cNvSpPr>
          <p:nvPr/>
        </p:nvSpPr>
        <p:spPr bwMode="auto">
          <a:xfrm>
            <a:off x="602129" y="2895600"/>
            <a:ext cx="9303871" cy="9144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14295" tIns="57148" rIns="114295" bIns="57148" anchor="ctr"/>
          <a:lstStyle/>
          <a:p>
            <a:pPr defTabSz="3135187"/>
            <a:r>
              <a:rPr lang="en-US" sz="5000" dirty="0">
                <a:solidFill>
                  <a:srgbClr val="CCCCCC"/>
                </a:solidFill>
                <a:latin typeface="+mj-lt"/>
                <a:cs typeface="Times New Roman" panose="02020603050405020304" pitchFamily="18" charset="0"/>
              </a:rPr>
              <a:t>Task Statement</a:t>
            </a:r>
            <a:endParaRPr lang="en-US" dirty="0">
              <a:solidFill>
                <a:srgbClr val="999999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9" name="Rectangle 165"/>
          <p:cNvSpPr>
            <a:spLocks noChangeArrowheads="1"/>
          </p:cNvSpPr>
          <p:nvPr/>
        </p:nvSpPr>
        <p:spPr bwMode="auto">
          <a:xfrm>
            <a:off x="22504401" y="19322705"/>
            <a:ext cx="9798051" cy="9144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14295" tIns="57148" rIns="114295" bIns="57148" anchor="ctr"/>
          <a:lstStyle/>
          <a:p>
            <a:pPr defTabSz="3135187"/>
            <a:r>
              <a:rPr lang="en-US" sz="5000" dirty="0">
                <a:solidFill>
                  <a:srgbClr val="CCCCCC"/>
                </a:solidFill>
                <a:latin typeface="+mj-lt"/>
              </a:rPr>
              <a:t>Code &amp; Data</a:t>
            </a:r>
            <a:endParaRPr 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504400" y="20389507"/>
            <a:ext cx="9753601" cy="415494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indent="-380985" algn="l">
              <a:spcBef>
                <a:spcPts val="1000"/>
              </a:spcBef>
            </a:pPr>
            <a:r>
              <a:rPr 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7350" y="740221"/>
            <a:ext cx="4703851" cy="1251297"/>
          </a:xfrm>
          <a:prstGeom prst="rect">
            <a:avLst/>
          </a:prstGeom>
        </p:spPr>
      </p:pic>
      <p:sp>
        <p:nvSpPr>
          <p:cNvPr id="36" name="Rectangle 164"/>
          <p:cNvSpPr>
            <a:spLocks noChangeArrowheads="1"/>
          </p:cNvSpPr>
          <p:nvPr/>
        </p:nvSpPr>
        <p:spPr bwMode="auto">
          <a:xfrm>
            <a:off x="22504402" y="2895600"/>
            <a:ext cx="9652000" cy="9144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14295" tIns="57148" rIns="114295" bIns="57148" anchor="ctr"/>
          <a:lstStyle/>
          <a:p>
            <a:pPr defTabSz="3135187"/>
            <a:r>
              <a:rPr lang="en-US" sz="4500" dirty="0">
                <a:solidFill>
                  <a:schemeClr val="bg1">
                    <a:lumMod val="85000"/>
                  </a:schemeClr>
                </a:solidFill>
                <a:latin typeface="+mj-lt"/>
                <a:cs typeface="Times New Roman" panose="02020603050405020304" pitchFamily="18" charset="0"/>
              </a:rPr>
              <a:t>Evaluation Results</a:t>
            </a:r>
          </a:p>
        </p:txBody>
      </p:sp>
      <p:sp>
        <p:nvSpPr>
          <p:cNvPr id="20" name="Text Box 2546"/>
          <p:cNvSpPr txBox="1">
            <a:spLocks noChangeArrowheads="1"/>
          </p:cNvSpPr>
          <p:nvPr/>
        </p:nvSpPr>
        <p:spPr bwMode="auto">
          <a:xfrm>
            <a:off x="609602" y="4114802"/>
            <a:ext cx="9550400" cy="4154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6197" tIns="38098" rIns="76197" bIns="38098">
            <a:spAutoFit/>
          </a:bodyPr>
          <a:lstStyle>
            <a:lvl1pPr marL="45720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120015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r>
              <a:rPr lang="en-US" sz="4000" b="0" dirty="0">
                <a:latin typeface="+mj-lt"/>
                <a:cs typeface="Times New Roman" charset="0"/>
              </a:rPr>
              <a:t>Playoff seeding only predicts the winner of 61% of playoff games</a:t>
            </a:r>
          </a:p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r>
              <a:rPr lang="en-US" sz="4000" b="0" dirty="0">
                <a:latin typeface="+mj-lt"/>
                <a:cs typeface="Times New Roman" charset="0"/>
              </a:rPr>
              <a:t>Home court predicts 62.8%</a:t>
            </a:r>
          </a:p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r>
              <a:rPr lang="en-US" sz="4000" b="0" dirty="0">
                <a:latin typeface="+mj-lt"/>
                <a:cs typeface="Times New Roman" charset="0"/>
              </a:rPr>
              <a:t>Can a model trained on regular season statistics do better?</a:t>
            </a:r>
          </a:p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endParaRPr lang="en-US" sz="4000" b="0" dirty="0">
              <a:latin typeface="+mj-lt"/>
              <a:cs typeface="Times New Roman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2504401" y="20643507"/>
            <a:ext cx="9956800" cy="692493"/>
          </a:xfrm>
          <a:prstGeom prst="rect">
            <a:avLst/>
          </a:prstGeom>
        </p:spPr>
        <p:txBody>
          <a:bodyPr wrap="square" lIns="76197" tIns="38098" rIns="76197" bIns="38098">
            <a:spAutoFit/>
          </a:bodyPr>
          <a:lstStyle/>
          <a:p>
            <a:pPr algn="l"/>
            <a:r>
              <a:rPr lang="en-US" sz="4000" b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Links to  your project code &amp; data online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6400" y="7443497"/>
            <a:ext cx="4788813" cy="478881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1633201" y="4216401"/>
            <a:ext cx="9956800" cy="1308046"/>
          </a:xfrm>
          <a:prstGeom prst="rect">
            <a:avLst/>
          </a:prstGeom>
        </p:spPr>
        <p:txBody>
          <a:bodyPr wrap="square" lIns="76197" tIns="38098" rIns="76197" bIns="38098">
            <a:spAutoFit/>
          </a:bodyPr>
          <a:lstStyle/>
          <a:p>
            <a:pPr algn="l"/>
            <a:r>
              <a:rPr lang="en-US" sz="4000" b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Methods/Approaches/Components</a:t>
            </a:r>
          </a:p>
          <a:p>
            <a:pPr algn="l"/>
            <a:r>
              <a:rPr lang="en-US" sz="4000" b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Defined as bullets and/or pictures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781846" y="4140452"/>
            <a:ext cx="9956800" cy="2539153"/>
          </a:xfrm>
          <a:prstGeom prst="rect">
            <a:avLst/>
          </a:prstGeom>
        </p:spPr>
        <p:txBody>
          <a:bodyPr wrap="square" lIns="76197" tIns="38098" rIns="76197" bIns="38098">
            <a:spAutoFit/>
          </a:bodyPr>
          <a:lstStyle/>
          <a:p>
            <a:pPr algn="l"/>
            <a:r>
              <a:rPr lang="en-US" sz="4000" b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Result tables or plots</a:t>
            </a:r>
          </a:p>
          <a:p>
            <a:pPr algn="l"/>
            <a:r>
              <a:rPr lang="en-US" sz="4000" b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Indicate training vs test set</a:t>
            </a:r>
          </a:p>
          <a:p>
            <a:pPr algn="l"/>
            <a:r>
              <a:rPr lang="en-US" sz="4000" b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Include evaluation metric and significance test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AA8999-4F6F-E9E9-10F5-7414AB2F3459}"/>
              </a:ext>
            </a:extLst>
          </p:cNvPr>
          <p:cNvSpPr/>
          <p:nvPr/>
        </p:nvSpPr>
        <p:spPr bwMode="auto">
          <a:xfrm>
            <a:off x="11629292" y="5913023"/>
            <a:ext cx="9503508" cy="489091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137160" tIns="68580" rIns="137160" bIns="6858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762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300" b="1" i="0" u="none" strike="noStrike" cap="none" normalizeH="0" baseline="0">
              <a:ln>
                <a:noFill/>
              </a:ln>
              <a:solidFill>
                <a:srgbClr val="FF9900"/>
              </a:solidFill>
              <a:effectLst/>
              <a:latin typeface="Arial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F68B24-319D-E51D-B3CB-6AC9F4507031}"/>
              </a:ext>
            </a:extLst>
          </p:cNvPr>
          <p:cNvSpPr/>
          <p:nvPr/>
        </p:nvSpPr>
        <p:spPr bwMode="auto">
          <a:xfrm>
            <a:off x="11531600" y="11039610"/>
            <a:ext cx="9503508" cy="495198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137160" tIns="68580" rIns="137160" bIns="6858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762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300" b="1" i="0" u="none" strike="noStrike" cap="none" normalizeH="0" baseline="0">
              <a:ln>
                <a:noFill/>
              </a:ln>
              <a:solidFill>
                <a:srgbClr val="FF9900"/>
              </a:solidFill>
              <a:effectLst/>
              <a:latin typeface="Arial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49F7D2-0FFB-45DF-5837-D22792DB71E6}"/>
              </a:ext>
            </a:extLst>
          </p:cNvPr>
          <p:cNvSpPr/>
          <p:nvPr/>
        </p:nvSpPr>
        <p:spPr bwMode="auto">
          <a:xfrm>
            <a:off x="11433908" y="16310163"/>
            <a:ext cx="9503508" cy="5196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137160" tIns="68580" rIns="137160" bIns="6858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762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300" b="1" i="0" u="none" strike="noStrike" cap="none" normalizeH="0" baseline="0">
              <a:ln>
                <a:noFill/>
              </a:ln>
              <a:solidFill>
                <a:srgbClr val="FF9900"/>
              </a:solidFill>
              <a:effectLst/>
              <a:latin typeface="Arial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6DCE34-D32A-039D-BEC7-B2CF3C574392}"/>
              </a:ext>
            </a:extLst>
          </p:cNvPr>
          <p:cNvSpPr/>
          <p:nvPr/>
        </p:nvSpPr>
        <p:spPr>
          <a:xfrm>
            <a:off x="12004431" y="6070600"/>
            <a:ext cx="8290169" cy="692493"/>
          </a:xfrm>
          <a:prstGeom prst="rect">
            <a:avLst/>
          </a:prstGeom>
        </p:spPr>
        <p:txBody>
          <a:bodyPr wrap="square" lIns="76197" tIns="38098" rIns="76197" bIns="38098">
            <a:spAutoFit/>
          </a:bodyPr>
          <a:lstStyle/>
          <a:p>
            <a:pPr algn="l"/>
            <a:r>
              <a:rPr lang="en-US" sz="4000" b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Method Name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FFDE56-5F0B-CDA0-9D97-CC4354ABDF40}"/>
              </a:ext>
            </a:extLst>
          </p:cNvPr>
          <p:cNvSpPr/>
          <p:nvPr/>
        </p:nvSpPr>
        <p:spPr>
          <a:xfrm>
            <a:off x="11963400" y="11276589"/>
            <a:ext cx="8290169" cy="692493"/>
          </a:xfrm>
          <a:prstGeom prst="rect">
            <a:avLst/>
          </a:prstGeom>
        </p:spPr>
        <p:txBody>
          <a:bodyPr wrap="square" lIns="76197" tIns="38098" rIns="76197" bIns="38098">
            <a:spAutoFit/>
          </a:bodyPr>
          <a:lstStyle/>
          <a:p>
            <a:pPr algn="l"/>
            <a:r>
              <a:rPr lang="en-US" sz="4000" b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Method Name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F7E4BA-AA57-56E2-71A3-7AA3BB94F1E7}"/>
              </a:ext>
            </a:extLst>
          </p:cNvPr>
          <p:cNvSpPr/>
          <p:nvPr/>
        </p:nvSpPr>
        <p:spPr>
          <a:xfrm>
            <a:off x="11963400" y="16451496"/>
            <a:ext cx="8290169" cy="692493"/>
          </a:xfrm>
          <a:prstGeom prst="rect">
            <a:avLst/>
          </a:prstGeom>
        </p:spPr>
        <p:txBody>
          <a:bodyPr wrap="square" lIns="76197" tIns="38098" rIns="76197" bIns="38098">
            <a:spAutoFit/>
          </a:bodyPr>
          <a:lstStyle/>
          <a:p>
            <a:pPr algn="l"/>
            <a:r>
              <a:rPr lang="en-US" sz="4000" b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Method Name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E1BD4A-1634-9C3F-DC22-9FAF79BF0141}"/>
              </a:ext>
            </a:extLst>
          </p:cNvPr>
          <p:cNvSpPr txBox="1"/>
          <p:nvPr/>
        </p:nvSpPr>
        <p:spPr>
          <a:xfrm>
            <a:off x="23074767" y="614156"/>
            <a:ext cx="40147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CS 730 / 830</a:t>
            </a:r>
          </a:p>
          <a:p>
            <a:r>
              <a:rPr lang="en-US" dirty="0">
                <a:solidFill>
                  <a:schemeClr val="bg1"/>
                </a:solidFill>
              </a:rPr>
              <a:t>Introduction to AI</a:t>
            </a:r>
          </a:p>
        </p:txBody>
      </p:sp>
      <p:sp>
        <p:nvSpPr>
          <p:cNvPr id="17" name="Text Box 2546">
            <a:extLst>
              <a:ext uri="{FF2B5EF4-FFF2-40B4-BE49-F238E27FC236}">
                <a16:creationId xmlns:a16="http://schemas.microsoft.com/office/drawing/2014/main" id="{D3D24B6E-926B-EC53-5D3B-4425C085B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3400" y="7139435"/>
            <a:ext cx="9183078" cy="218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6197" tIns="38098" rIns="76197" bIns="38098">
            <a:spAutoFit/>
          </a:bodyPr>
          <a:lstStyle>
            <a:lvl1pPr marL="45720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120015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r>
              <a:rPr lang="en-US" sz="4000" b="0" dirty="0">
                <a:latin typeface="+mj-lt"/>
                <a:cs typeface="Times New Roman" charset="0"/>
              </a:rPr>
              <a:t>Step 1</a:t>
            </a:r>
          </a:p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r>
              <a:rPr lang="en-US" sz="4000" b="0" dirty="0">
                <a:latin typeface="+mj-lt"/>
                <a:cs typeface="Times New Roman" charset="0"/>
              </a:rPr>
              <a:t>Step 2</a:t>
            </a:r>
          </a:p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r>
              <a:rPr lang="en-US" sz="4000" b="0" dirty="0">
                <a:latin typeface="+mj-lt"/>
                <a:cs typeface="Times New Roman" charset="0"/>
              </a:rPr>
              <a:t>Step 3</a:t>
            </a:r>
          </a:p>
        </p:txBody>
      </p:sp>
      <p:sp>
        <p:nvSpPr>
          <p:cNvPr id="18" name="Text Box 2546">
            <a:extLst>
              <a:ext uri="{FF2B5EF4-FFF2-40B4-BE49-F238E27FC236}">
                <a16:creationId xmlns:a16="http://schemas.microsoft.com/office/drawing/2014/main" id="{1C248705-A2D6-3E1D-2433-80BEC182B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5800" y="12204754"/>
            <a:ext cx="9183078" cy="218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6197" tIns="38098" rIns="76197" bIns="38098">
            <a:spAutoFit/>
          </a:bodyPr>
          <a:lstStyle>
            <a:lvl1pPr marL="45720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120015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r>
              <a:rPr lang="en-US" sz="4000" b="0" dirty="0">
                <a:latin typeface="+mj-lt"/>
                <a:cs typeface="Times New Roman" charset="0"/>
              </a:rPr>
              <a:t>Step 1</a:t>
            </a:r>
          </a:p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r>
              <a:rPr lang="en-US" sz="4000" b="0" dirty="0">
                <a:latin typeface="+mj-lt"/>
                <a:cs typeface="Times New Roman" charset="0"/>
              </a:rPr>
              <a:t>Step 2</a:t>
            </a:r>
          </a:p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r>
              <a:rPr lang="en-US" sz="4000" b="0" dirty="0">
                <a:latin typeface="+mj-lt"/>
                <a:cs typeface="Times New Roman" charset="0"/>
              </a:rPr>
              <a:t>Step 3</a:t>
            </a:r>
          </a:p>
        </p:txBody>
      </p:sp>
      <p:sp>
        <p:nvSpPr>
          <p:cNvPr id="22" name="Text Box 2546">
            <a:extLst>
              <a:ext uri="{FF2B5EF4-FFF2-40B4-BE49-F238E27FC236}">
                <a16:creationId xmlns:a16="http://schemas.microsoft.com/office/drawing/2014/main" id="{93BDFE2A-03A8-BB52-8265-ACC5F4F59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9600" y="17462554"/>
            <a:ext cx="9183078" cy="218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6197" tIns="38098" rIns="76197" bIns="38098">
            <a:spAutoFit/>
          </a:bodyPr>
          <a:lstStyle>
            <a:lvl1pPr marL="45720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120015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r>
              <a:rPr lang="en-US" sz="4000" b="0" dirty="0">
                <a:latin typeface="+mj-lt"/>
                <a:cs typeface="Times New Roman" charset="0"/>
              </a:rPr>
              <a:t>Step 1</a:t>
            </a:r>
          </a:p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r>
              <a:rPr lang="en-US" sz="4000" b="0" dirty="0">
                <a:latin typeface="+mj-lt"/>
                <a:cs typeface="Times New Roman" charset="0"/>
              </a:rPr>
              <a:t>Step 2</a:t>
            </a:r>
          </a:p>
          <a:p>
            <a:pPr algn="l" eaLnBrk="1" hangingPunct="1">
              <a:spcBef>
                <a:spcPts val="1000"/>
              </a:spcBef>
              <a:buFont typeface="Wingdings" charset="0"/>
              <a:buChar char="q"/>
            </a:pPr>
            <a:r>
              <a:rPr lang="en-US" sz="4000" b="0" dirty="0">
                <a:latin typeface="+mj-lt"/>
                <a:cs typeface="Times New Roman" charset="0"/>
              </a:rPr>
              <a:t>Step 3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C45DF30-E586-A27C-01CB-C0E217914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593760"/>
              </p:ext>
            </p:extLst>
          </p:nvPr>
        </p:nvGraphicFramePr>
        <p:xfrm>
          <a:off x="22410613" y="13364015"/>
          <a:ext cx="9956800" cy="452170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573587">
                  <a:extLst>
                    <a:ext uri="{9D8B030D-6E8A-4147-A177-3AD203B41FA5}">
                      <a16:colId xmlns:a16="http://schemas.microsoft.com/office/drawing/2014/main" val="377574936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49825657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001144985"/>
                    </a:ext>
                  </a:extLst>
                </a:gridCol>
                <a:gridCol w="2116013">
                  <a:extLst>
                    <a:ext uri="{9D8B030D-6E8A-4147-A177-3AD203B41FA5}">
                      <a16:colId xmlns:a16="http://schemas.microsoft.com/office/drawing/2014/main" val="886471003"/>
                    </a:ext>
                  </a:extLst>
                </a:gridCol>
              </a:tblGrid>
              <a:tr h="864103">
                <a:tc>
                  <a:txBody>
                    <a:bodyPr/>
                    <a:lstStyle/>
                    <a:p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NDCG@20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F-1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91534"/>
                  </a:ext>
                </a:extLst>
              </a:tr>
              <a:tr h="864103">
                <a:tc>
                  <a:txBody>
                    <a:bodyPr/>
                    <a:lstStyle/>
                    <a:p>
                      <a:r>
                        <a:rPr lang="en-US" sz="3000" dirty="0"/>
                        <a:t>Method (please replace)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0.7 </a:t>
                      </a:r>
                      <a:r>
                        <a:rPr lang="en-US" sz="3200" dirty="0"/>
                        <a:t>±0.1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0.7 </a:t>
                      </a:r>
                      <a:r>
                        <a:rPr lang="en-US" sz="3200" dirty="0"/>
                        <a:t>±0.1</a:t>
                      </a:r>
                    </a:p>
                    <a:p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0.7 </a:t>
                      </a:r>
                      <a:r>
                        <a:rPr lang="en-US" sz="3200" dirty="0"/>
                        <a:t>±0.1</a:t>
                      </a:r>
                    </a:p>
                    <a:p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735847"/>
                  </a:ext>
                </a:extLst>
              </a:tr>
              <a:tr h="864103">
                <a:tc>
                  <a:txBody>
                    <a:bodyPr/>
                    <a:lstStyle/>
                    <a:p>
                      <a:r>
                        <a:rPr lang="en-US" sz="30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0.7 </a:t>
                      </a:r>
                      <a:r>
                        <a:rPr lang="en-US" sz="3200" dirty="0"/>
                        <a:t>±0.1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0.7 </a:t>
                      </a:r>
                      <a:r>
                        <a:rPr lang="en-US" sz="3200" dirty="0"/>
                        <a:t>±0.1</a:t>
                      </a:r>
                    </a:p>
                    <a:p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0.7 </a:t>
                      </a:r>
                      <a:r>
                        <a:rPr lang="en-US" sz="3200" dirty="0"/>
                        <a:t>±0.1</a:t>
                      </a:r>
                    </a:p>
                    <a:p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45425"/>
                  </a:ext>
                </a:extLst>
              </a:tr>
              <a:tr h="864103">
                <a:tc>
                  <a:txBody>
                    <a:bodyPr/>
                    <a:lstStyle/>
                    <a:p>
                      <a:r>
                        <a:rPr lang="en-US" sz="30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0.7 </a:t>
                      </a:r>
                      <a:r>
                        <a:rPr lang="en-US" sz="3200" dirty="0"/>
                        <a:t>±0.1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0.7 </a:t>
                      </a:r>
                      <a:r>
                        <a:rPr lang="en-US" sz="3200" dirty="0"/>
                        <a:t>±0.1</a:t>
                      </a:r>
                    </a:p>
                    <a:p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0.7 </a:t>
                      </a:r>
                      <a:r>
                        <a:rPr lang="en-US" sz="3200" dirty="0"/>
                        <a:t>±0.1</a:t>
                      </a:r>
                    </a:p>
                    <a:p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6903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F22636E-1D6F-016A-2A2D-3DDAC872ECCF}"/>
              </a:ext>
            </a:extLst>
          </p:cNvPr>
          <p:cNvSpPr txBox="1"/>
          <p:nvPr/>
        </p:nvSpPr>
        <p:spPr>
          <a:xfrm>
            <a:off x="304800" y="14001839"/>
            <a:ext cx="317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0" dirty="0">
              <a:solidFill>
                <a:schemeClr val="tx1"/>
              </a:solidFill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066B8B6-C8B9-6D1F-DBAE-E82A7CAB2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964153"/>
              </p:ext>
            </p:extLst>
          </p:nvPr>
        </p:nvGraphicFramePr>
        <p:xfrm>
          <a:off x="609602" y="14826803"/>
          <a:ext cx="950350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7836">
                  <a:extLst>
                    <a:ext uri="{9D8B030D-6E8A-4147-A177-3AD203B41FA5}">
                      <a16:colId xmlns:a16="http://schemas.microsoft.com/office/drawing/2014/main" val="163136584"/>
                    </a:ext>
                  </a:extLst>
                </a:gridCol>
                <a:gridCol w="3167836">
                  <a:extLst>
                    <a:ext uri="{9D8B030D-6E8A-4147-A177-3AD203B41FA5}">
                      <a16:colId xmlns:a16="http://schemas.microsoft.com/office/drawing/2014/main" val="3315916931"/>
                    </a:ext>
                  </a:extLst>
                </a:gridCol>
                <a:gridCol w="3167836">
                  <a:extLst>
                    <a:ext uri="{9D8B030D-6E8A-4147-A177-3AD203B41FA5}">
                      <a16:colId xmlns:a16="http://schemas.microsoft.com/office/drawing/2014/main" val="22808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 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903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33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346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0343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6950</TotalTime>
  <Words>160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Wingdings</vt:lpstr>
      <vt:lpstr>Default Design</vt:lpstr>
      <vt:lpstr>Predicting NBA Playoff Outcomes With Machine Learning  Andrew Elkin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Andrew Elkin</cp:lastModifiedBy>
  <cp:revision>294</cp:revision>
  <cp:lastPrinted>2014-02-24T14:53:09Z</cp:lastPrinted>
  <dcterms:created xsi:type="dcterms:W3CDTF">2004-07-26T21:45:23Z</dcterms:created>
  <dcterms:modified xsi:type="dcterms:W3CDTF">2026-04-29T22:04:05Z</dcterms:modified>
  <cp:category>science research poster</cp:category>
</cp:coreProperties>
</file>